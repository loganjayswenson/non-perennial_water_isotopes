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8" r:id="rId7"/>
    <p:sldId id="269" r:id="rId8"/>
    <p:sldId id="265" r:id="rId9"/>
    <p:sldId id="270" r:id="rId10"/>
    <p:sldId id="272" r:id="rId11"/>
    <p:sldId id="271" r:id="rId12"/>
    <p:sldId id="273" r:id="rId13"/>
    <p:sldId id="274" r:id="rId14"/>
    <p:sldId id="275" r:id="rId15"/>
    <p:sldId id="264" r:id="rId16"/>
    <p:sldId id="266" r:id="rId17"/>
    <p:sldId id="267" r:id="rId18"/>
  </p:sldIdLst>
  <p:sldSz cx="6838950" cy="6838950"/>
  <p:notesSz cx="6858000" cy="9144000"/>
  <p:defaultTextStyle>
    <a:defPPr>
      <a:defRPr lang="en-US"/>
    </a:defPPr>
    <a:lvl1pPr marL="0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1pPr>
    <a:lvl2pPr marL="328270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2pPr>
    <a:lvl3pPr marL="656539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3pPr>
    <a:lvl4pPr marL="984809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4pPr>
    <a:lvl5pPr marL="1313078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5pPr>
    <a:lvl6pPr marL="1641348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6pPr>
    <a:lvl7pPr marL="1969618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7pPr>
    <a:lvl8pPr marL="2297887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8pPr>
    <a:lvl9pPr marL="2626157" algn="l" defTabSz="656539" rtl="0" eaLnBrk="1" latinLnBrk="0" hangingPunct="1">
      <a:defRPr sz="12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15D"/>
    <a:srgbClr val="E6194B"/>
    <a:srgbClr val="37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1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ECD97-E383-2EC7-8C89-225B8BD0E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69" y="1119245"/>
            <a:ext cx="5129213" cy="2380968"/>
          </a:xfrm>
        </p:spPr>
        <p:txBody>
          <a:bodyPr anchor="b"/>
          <a:lstStyle>
            <a:lvl1pPr algn="ctr">
              <a:defRPr sz="336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5D359-443D-3019-B754-F3EE85587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69" y="3592032"/>
            <a:ext cx="5129213" cy="1651163"/>
          </a:xfrm>
        </p:spPr>
        <p:txBody>
          <a:bodyPr/>
          <a:lstStyle>
            <a:lvl1pPr marL="0" indent="0" algn="ctr">
              <a:buNone/>
              <a:defRPr sz="1346"/>
            </a:lvl1pPr>
            <a:lvl2pPr marL="256443" indent="0" algn="ctr">
              <a:buNone/>
              <a:defRPr sz="1122"/>
            </a:lvl2pPr>
            <a:lvl3pPr marL="512887" indent="0" algn="ctr">
              <a:buNone/>
              <a:defRPr sz="1010"/>
            </a:lvl3pPr>
            <a:lvl4pPr marL="769330" indent="0" algn="ctr">
              <a:buNone/>
              <a:defRPr sz="897"/>
            </a:lvl4pPr>
            <a:lvl5pPr marL="1025774" indent="0" algn="ctr">
              <a:buNone/>
              <a:defRPr sz="897"/>
            </a:lvl5pPr>
            <a:lvl6pPr marL="1282217" indent="0" algn="ctr">
              <a:buNone/>
              <a:defRPr sz="897"/>
            </a:lvl6pPr>
            <a:lvl7pPr marL="1538661" indent="0" algn="ctr">
              <a:buNone/>
              <a:defRPr sz="897"/>
            </a:lvl7pPr>
            <a:lvl8pPr marL="1795104" indent="0" algn="ctr">
              <a:buNone/>
              <a:defRPr sz="897"/>
            </a:lvl8pPr>
            <a:lvl9pPr marL="2051548" indent="0" algn="ctr">
              <a:buNone/>
              <a:defRPr sz="89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1B03E-581F-6D20-0A2A-E740DDF0E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129FB-3E47-B02B-192C-B56712BC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170BD-70D1-5DEB-0463-181A79FC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5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F3B8-36A6-4A19-E672-740847B8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A4A11-73EF-70D6-FB42-45A9634B6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60606-DA3D-0E40-6128-7666C399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FE3E6-97AE-361E-A1BB-49330017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4CEF0-4CF9-FDCE-6BDA-222EE7BC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0809-1203-170B-4500-78C0AA7A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16" y="1704989"/>
            <a:ext cx="5898594" cy="2844813"/>
          </a:xfrm>
        </p:spPr>
        <p:txBody>
          <a:bodyPr anchor="b"/>
          <a:lstStyle>
            <a:lvl1pPr>
              <a:defRPr sz="336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DA58D-EA40-D329-C280-7FBB15E17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616" y="4576715"/>
            <a:ext cx="5898594" cy="1496020"/>
          </a:xfrm>
        </p:spPr>
        <p:txBody>
          <a:bodyPr/>
          <a:lstStyle>
            <a:lvl1pPr marL="0" indent="0">
              <a:buNone/>
              <a:defRPr sz="1346">
                <a:solidFill>
                  <a:schemeClr val="tx1">
                    <a:tint val="82000"/>
                  </a:schemeClr>
                </a:solidFill>
              </a:defRPr>
            </a:lvl1pPr>
            <a:lvl2pPr marL="256443" indent="0">
              <a:buNone/>
              <a:defRPr sz="1122">
                <a:solidFill>
                  <a:schemeClr val="tx1">
                    <a:tint val="82000"/>
                  </a:schemeClr>
                </a:solidFill>
              </a:defRPr>
            </a:lvl2pPr>
            <a:lvl3pPr marL="512887" indent="0">
              <a:buNone/>
              <a:defRPr sz="1010">
                <a:solidFill>
                  <a:schemeClr val="tx1">
                    <a:tint val="82000"/>
                  </a:schemeClr>
                </a:solidFill>
              </a:defRPr>
            </a:lvl3pPr>
            <a:lvl4pPr marL="769330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4pPr>
            <a:lvl5pPr marL="1025774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5pPr>
            <a:lvl6pPr marL="1282217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6pPr>
            <a:lvl7pPr marL="1538661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7pPr>
            <a:lvl8pPr marL="1795104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8pPr>
            <a:lvl9pPr marL="2051548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0901-FB66-CFF0-B45F-E8EAB184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44AA9-6D7A-384D-9011-17B798FD2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913D-0F48-47C1-AEA3-20EABA19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8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713E-40B8-94CB-8A44-2D786C2F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91FE8-DB55-0DA5-8C05-F0916E624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0178" y="1820554"/>
            <a:ext cx="2906554" cy="43392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AD3A8-1E46-A6DA-7CEF-55BE15EE1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2218" y="1820554"/>
            <a:ext cx="2906554" cy="43392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A39D4-30BA-2B6F-FA8D-3F07D731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14DE8-D9E2-91AF-9A9F-54BB66BE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E17E2-3FF7-47DB-5CB6-6EECCFB3D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69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457A-9F37-9AB5-2E0A-ABD8A7AE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69" y="364111"/>
            <a:ext cx="5898594" cy="13218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6B7E3-41CF-900D-8114-AA28F5AFE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069" y="1676493"/>
            <a:ext cx="2893196" cy="821623"/>
          </a:xfrm>
        </p:spPr>
        <p:txBody>
          <a:bodyPr anchor="b"/>
          <a:lstStyle>
            <a:lvl1pPr marL="0" indent="0">
              <a:buNone/>
              <a:defRPr sz="1346" b="1"/>
            </a:lvl1pPr>
            <a:lvl2pPr marL="256443" indent="0">
              <a:buNone/>
              <a:defRPr sz="1122" b="1"/>
            </a:lvl2pPr>
            <a:lvl3pPr marL="512887" indent="0">
              <a:buNone/>
              <a:defRPr sz="1010" b="1"/>
            </a:lvl3pPr>
            <a:lvl4pPr marL="769330" indent="0">
              <a:buNone/>
              <a:defRPr sz="897" b="1"/>
            </a:lvl4pPr>
            <a:lvl5pPr marL="1025774" indent="0">
              <a:buNone/>
              <a:defRPr sz="897" b="1"/>
            </a:lvl5pPr>
            <a:lvl6pPr marL="1282217" indent="0">
              <a:buNone/>
              <a:defRPr sz="897" b="1"/>
            </a:lvl6pPr>
            <a:lvl7pPr marL="1538661" indent="0">
              <a:buNone/>
              <a:defRPr sz="897" b="1"/>
            </a:lvl7pPr>
            <a:lvl8pPr marL="1795104" indent="0">
              <a:buNone/>
              <a:defRPr sz="897" b="1"/>
            </a:lvl8pPr>
            <a:lvl9pPr marL="2051548" indent="0">
              <a:buNone/>
              <a:defRPr sz="8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92E9F-5B3F-7113-A2D3-78E2E07AD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069" y="2498116"/>
            <a:ext cx="2893196" cy="36743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5CF578-129B-0EFD-293D-362DC514B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62218" y="1676493"/>
            <a:ext cx="2907445" cy="821623"/>
          </a:xfrm>
        </p:spPr>
        <p:txBody>
          <a:bodyPr anchor="b"/>
          <a:lstStyle>
            <a:lvl1pPr marL="0" indent="0">
              <a:buNone/>
              <a:defRPr sz="1346" b="1"/>
            </a:lvl1pPr>
            <a:lvl2pPr marL="256443" indent="0">
              <a:buNone/>
              <a:defRPr sz="1122" b="1"/>
            </a:lvl2pPr>
            <a:lvl3pPr marL="512887" indent="0">
              <a:buNone/>
              <a:defRPr sz="1010" b="1"/>
            </a:lvl3pPr>
            <a:lvl4pPr marL="769330" indent="0">
              <a:buNone/>
              <a:defRPr sz="897" b="1"/>
            </a:lvl4pPr>
            <a:lvl5pPr marL="1025774" indent="0">
              <a:buNone/>
              <a:defRPr sz="897" b="1"/>
            </a:lvl5pPr>
            <a:lvl6pPr marL="1282217" indent="0">
              <a:buNone/>
              <a:defRPr sz="897" b="1"/>
            </a:lvl6pPr>
            <a:lvl7pPr marL="1538661" indent="0">
              <a:buNone/>
              <a:defRPr sz="897" b="1"/>
            </a:lvl7pPr>
            <a:lvl8pPr marL="1795104" indent="0">
              <a:buNone/>
              <a:defRPr sz="897" b="1"/>
            </a:lvl8pPr>
            <a:lvl9pPr marL="2051548" indent="0">
              <a:buNone/>
              <a:defRPr sz="8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2E957-98C1-B4F4-26EA-3D564901C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62218" y="2498116"/>
            <a:ext cx="2907445" cy="36743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90560A-2AB1-C0DA-2DF4-3136B471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18C0FB-96BA-0145-F1B6-257F56607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E05E7D-C997-1BE5-02D5-92BECA15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0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8169-3244-3B55-531C-ADB2EE90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FB3C2-D46A-FC6F-4F1E-C9116133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B2550-94D3-5311-A4EA-9C1DCA1E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B12F7-9EC6-D7CC-8825-6C3A6E23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2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9C03B5-A328-3844-E7C4-CB42D64A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CBC95-730D-4C86-58C5-98F9D295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2AAD-25FE-484E-C96A-F5F012FF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8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3FCC4-2448-97B9-2922-D3952EDD9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69" y="455930"/>
            <a:ext cx="2205739" cy="1595755"/>
          </a:xfrm>
        </p:spPr>
        <p:txBody>
          <a:bodyPr anchor="b"/>
          <a:lstStyle>
            <a:lvl1pPr>
              <a:defRPr sz="17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C11C6-EE79-9A7A-51F9-8FD31FC46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7445" y="984683"/>
            <a:ext cx="3462218" cy="4860087"/>
          </a:xfrm>
        </p:spPr>
        <p:txBody>
          <a:bodyPr/>
          <a:lstStyle>
            <a:lvl1pPr>
              <a:defRPr sz="1795"/>
            </a:lvl1pPr>
            <a:lvl2pPr>
              <a:defRPr sz="1571"/>
            </a:lvl2pPr>
            <a:lvl3pPr>
              <a:defRPr sz="1346"/>
            </a:lvl3pPr>
            <a:lvl4pPr>
              <a:defRPr sz="1122"/>
            </a:lvl4pPr>
            <a:lvl5pPr>
              <a:defRPr sz="1122"/>
            </a:lvl5pPr>
            <a:lvl6pPr>
              <a:defRPr sz="1122"/>
            </a:lvl6pPr>
            <a:lvl7pPr>
              <a:defRPr sz="1122"/>
            </a:lvl7pPr>
            <a:lvl8pPr>
              <a:defRPr sz="1122"/>
            </a:lvl8pPr>
            <a:lvl9pPr>
              <a:defRPr sz="11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5ACEB-8495-BFA6-BA60-0364F772F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069" y="2051685"/>
            <a:ext cx="2205739" cy="3801000"/>
          </a:xfrm>
        </p:spPr>
        <p:txBody>
          <a:bodyPr/>
          <a:lstStyle>
            <a:lvl1pPr marL="0" indent="0">
              <a:buNone/>
              <a:defRPr sz="897"/>
            </a:lvl1pPr>
            <a:lvl2pPr marL="256443" indent="0">
              <a:buNone/>
              <a:defRPr sz="785"/>
            </a:lvl2pPr>
            <a:lvl3pPr marL="512887" indent="0">
              <a:buNone/>
              <a:defRPr sz="673"/>
            </a:lvl3pPr>
            <a:lvl4pPr marL="769330" indent="0">
              <a:buNone/>
              <a:defRPr sz="561"/>
            </a:lvl4pPr>
            <a:lvl5pPr marL="1025774" indent="0">
              <a:buNone/>
              <a:defRPr sz="561"/>
            </a:lvl5pPr>
            <a:lvl6pPr marL="1282217" indent="0">
              <a:buNone/>
              <a:defRPr sz="561"/>
            </a:lvl6pPr>
            <a:lvl7pPr marL="1538661" indent="0">
              <a:buNone/>
              <a:defRPr sz="561"/>
            </a:lvl7pPr>
            <a:lvl8pPr marL="1795104" indent="0">
              <a:buNone/>
              <a:defRPr sz="561"/>
            </a:lvl8pPr>
            <a:lvl9pPr marL="2051548" indent="0">
              <a:buNone/>
              <a:defRPr sz="56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B846B-D8C2-9D14-9C77-3450F5994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C3556-646C-D6B4-E832-5863C0E7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17A42-6749-4F90-2624-92E0DB29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65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51C7-BA59-579E-BB34-B781F0865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69" y="455930"/>
            <a:ext cx="2205739" cy="1595755"/>
          </a:xfrm>
        </p:spPr>
        <p:txBody>
          <a:bodyPr anchor="b"/>
          <a:lstStyle>
            <a:lvl1pPr>
              <a:defRPr sz="17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131625-E29B-A32E-45DA-F1EFEDABE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07445" y="984683"/>
            <a:ext cx="3462218" cy="4860087"/>
          </a:xfrm>
        </p:spPr>
        <p:txBody>
          <a:bodyPr/>
          <a:lstStyle>
            <a:lvl1pPr marL="0" indent="0">
              <a:buNone/>
              <a:defRPr sz="1795"/>
            </a:lvl1pPr>
            <a:lvl2pPr marL="256443" indent="0">
              <a:buNone/>
              <a:defRPr sz="1571"/>
            </a:lvl2pPr>
            <a:lvl3pPr marL="512887" indent="0">
              <a:buNone/>
              <a:defRPr sz="1346"/>
            </a:lvl3pPr>
            <a:lvl4pPr marL="769330" indent="0">
              <a:buNone/>
              <a:defRPr sz="1122"/>
            </a:lvl4pPr>
            <a:lvl5pPr marL="1025774" indent="0">
              <a:buNone/>
              <a:defRPr sz="1122"/>
            </a:lvl5pPr>
            <a:lvl6pPr marL="1282217" indent="0">
              <a:buNone/>
              <a:defRPr sz="1122"/>
            </a:lvl6pPr>
            <a:lvl7pPr marL="1538661" indent="0">
              <a:buNone/>
              <a:defRPr sz="1122"/>
            </a:lvl7pPr>
            <a:lvl8pPr marL="1795104" indent="0">
              <a:buNone/>
              <a:defRPr sz="1122"/>
            </a:lvl8pPr>
            <a:lvl9pPr marL="2051548" indent="0">
              <a:buNone/>
              <a:defRPr sz="1122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466F3-AF08-2673-7BC0-2F6FD7736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069" y="2051685"/>
            <a:ext cx="2205739" cy="3801000"/>
          </a:xfrm>
        </p:spPr>
        <p:txBody>
          <a:bodyPr/>
          <a:lstStyle>
            <a:lvl1pPr marL="0" indent="0">
              <a:buNone/>
              <a:defRPr sz="897"/>
            </a:lvl1pPr>
            <a:lvl2pPr marL="256443" indent="0">
              <a:buNone/>
              <a:defRPr sz="785"/>
            </a:lvl2pPr>
            <a:lvl3pPr marL="512887" indent="0">
              <a:buNone/>
              <a:defRPr sz="673"/>
            </a:lvl3pPr>
            <a:lvl4pPr marL="769330" indent="0">
              <a:buNone/>
              <a:defRPr sz="561"/>
            </a:lvl4pPr>
            <a:lvl5pPr marL="1025774" indent="0">
              <a:buNone/>
              <a:defRPr sz="561"/>
            </a:lvl5pPr>
            <a:lvl6pPr marL="1282217" indent="0">
              <a:buNone/>
              <a:defRPr sz="561"/>
            </a:lvl6pPr>
            <a:lvl7pPr marL="1538661" indent="0">
              <a:buNone/>
              <a:defRPr sz="561"/>
            </a:lvl7pPr>
            <a:lvl8pPr marL="1795104" indent="0">
              <a:buNone/>
              <a:defRPr sz="561"/>
            </a:lvl8pPr>
            <a:lvl9pPr marL="2051548" indent="0">
              <a:buNone/>
              <a:defRPr sz="56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86CC4-A832-B7B9-AEBF-B265EDA2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335FF-CA63-552C-9D4C-31B0A7C1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CB328-10E1-4EC5-B50A-22464C58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4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97D0-3BA1-96AA-BCFB-F7B954FF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831E9-160A-0329-AA58-AF5418AAD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1DE8E-EC8F-068B-40A7-890366DA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E6DB1-F5A5-AA1F-DFE0-9546E245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1DD92-D5B7-2C36-27C9-680CBC36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0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EA1E3-5268-A71D-39FB-080173C8B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894123" y="364111"/>
            <a:ext cx="1474649" cy="57956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B4ED6-7E89-F08F-0AEC-F642DCC21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0178" y="364111"/>
            <a:ext cx="4338459" cy="57956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8B812-7745-6024-E39B-8CE2B172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C5140-A3DB-A661-E3C7-882E5433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0D1C-63A9-7C8F-096C-675F23D3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9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C15EB-7298-A8C4-A08A-E5E89420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78" y="364111"/>
            <a:ext cx="5898594" cy="1321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1E3C6-4A07-7B38-94D3-1FDF1840C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0178" y="1820554"/>
            <a:ext cx="5898594" cy="433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9D627-F39F-2AA1-E7DD-038370C28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0178" y="6338694"/>
            <a:ext cx="1538764" cy="364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E0880-A61D-4D9D-810D-D809041D99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B5CE2-86A0-8DB7-D86A-68400A545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5402" y="6338694"/>
            <a:ext cx="2308146" cy="364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4972E-252F-0514-63EF-4992863DE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30008" y="6338694"/>
            <a:ext cx="1538764" cy="364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84C53-FB3A-4FB7-90C7-313F51E20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7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2887" rtl="0" eaLnBrk="1" latinLnBrk="0" hangingPunct="1">
        <a:lnSpc>
          <a:spcPct val="90000"/>
        </a:lnSpc>
        <a:spcBef>
          <a:spcPct val="0"/>
        </a:spcBef>
        <a:buNone/>
        <a:defRPr sz="24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222" indent="-128222" algn="l" defTabSz="512887" rtl="0" eaLnBrk="1" latinLnBrk="0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1571" kern="1200">
          <a:solidFill>
            <a:schemeClr val="tx1"/>
          </a:solidFill>
          <a:latin typeface="+mn-lt"/>
          <a:ea typeface="+mn-ea"/>
          <a:cs typeface="+mn-cs"/>
        </a:defRPr>
      </a:lvl1pPr>
      <a:lvl2pPr marL="384665" indent="-128222" algn="l" defTabSz="512887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41109" indent="-128222" algn="l" defTabSz="512887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2" kern="1200">
          <a:solidFill>
            <a:schemeClr val="tx1"/>
          </a:solidFill>
          <a:latin typeface="+mn-lt"/>
          <a:ea typeface="+mn-ea"/>
          <a:cs typeface="+mn-cs"/>
        </a:defRPr>
      </a:lvl3pPr>
      <a:lvl4pPr marL="897552" indent="-128222" algn="l" defTabSz="512887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4pPr>
      <a:lvl5pPr marL="1153996" indent="-128222" algn="l" defTabSz="512887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5pPr>
      <a:lvl6pPr marL="1410439" indent="-128222" algn="l" defTabSz="512887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6pPr>
      <a:lvl7pPr marL="1666883" indent="-128222" algn="l" defTabSz="512887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7pPr>
      <a:lvl8pPr marL="1923326" indent="-128222" algn="l" defTabSz="512887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8pPr>
      <a:lvl9pPr marL="2179770" indent="-128222" algn="l" defTabSz="512887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1pPr>
      <a:lvl2pPr marL="256443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2pPr>
      <a:lvl3pPr marL="512887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3pPr>
      <a:lvl4pPr marL="769330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4pPr>
      <a:lvl5pPr marL="1025774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5pPr>
      <a:lvl6pPr marL="1282217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6pPr>
      <a:lvl7pPr marL="1538661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7pPr>
      <a:lvl8pPr marL="1795104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8pPr>
      <a:lvl9pPr marL="2051548" algn="l" defTabSz="512887" rtl="0" eaLnBrk="1" latinLnBrk="0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D1B9-F29E-AE03-DB88-1642480F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8EADEF-6B56-0B04-79F0-AFD87431A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33" r="24777" b="20010"/>
          <a:stretch>
            <a:fillRect/>
          </a:stretch>
        </p:blipFill>
        <p:spPr>
          <a:xfrm>
            <a:off x="0" y="47707"/>
            <a:ext cx="4527641" cy="366295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0AB2352-E06E-A4B1-8A57-B6FC1285810D}"/>
              </a:ext>
            </a:extLst>
          </p:cNvPr>
          <p:cNvGrpSpPr/>
          <p:nvPr/>
        </p:nvGrpSpPr>
        <p:grpSpPr>
          <a:xfrm>
            <a:off x="4548648" y="1961519"/>
            <a:ext cx="2155615" cy="1204622"/>
            <a:chOff x="4548648" y="1961519"/>
            <a:chExt cx="2155615" cy="120462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D8E82A-CA7E-EE28-F8C9-D9EFDEAE8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24" t="25768" b="53511"/>
            <a:stretch>
              <a:fillRect/>
            </a:stretch>
          </p:blipFill>
          <p:spPr>
            <a:xfrm>
              <a:off x="4548648" y="1961519"/>
              <a:ext cx="1393909" cy="120462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221369-4677-C000-300B-D000E4996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24" t="51138" b="28773"/>
            <a:stretch>
              <a:fillRect/>
            </a:stretch>
          </p:blipFill>
          <p:spPr>
            <a:xfrm>
              <a:off x="5310354" y="1979873"/>
              <a:ext cx="1393909" cy="1167913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EE3CA7-0F30-4983-F842-349EB529AD3E}"/>
              </a:ext>
            </a:extLst>
          </p:cNvPr>
          <p:cNvGrpSpPr/>
          <p:nvPr/>
        </p:nvGrpSpPr>
        <p:grpSpPr>
          <a:xfrm>
            <a:off x="4476585" y="389940"/>
            <a:ext cx="2340861" cy="1409075"/>
            <a:chOff x="4476585" y="389940"/>
            <a:chExt cx="2340861" cy="140907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0F5ACD6-139B-4C1D-E915-1C274FA79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468" b="20992"/>
            <a:stretch>
              <a:fillRect/>
            </a:stretch>
          </p:blipFill>
          <p:spPr>
            <a:xfrm>
              <a:off x="4497264" y="440783"/>
              <a:ext cx="2320182" cy="135823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27E2A4-7110-6C5D-DA02-E8A8C8DB1802}"/>
                </a:ext>
              </a:extLst>
            </p:cNvPr>
            <p:cNvSpPr txBox="1"/>
            <p:nvPr/>
          </p:nvSpPr>
          <p:spPr>
            <a:xfrm>
              <a:off x="4476585" y="389940"/>
              <a:ext cx="3617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b 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841D35-6DCD-57A1-8522-821E08BEFD59}"/>
              </a:ext>
            </a:extLst>
          </p:cNvPr>
          <p:cNvSpPr txBox="1"/>
          <p:nvPr/>
        </p:nvSpPr>
        <p:spPr>
          <a:xfrm>
            <a:off x="198782" y="0"/>
            <a:ext cx="361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3A0BE6-B04B-8095-1EB7-907584F4538A}"/>
              </a:ext>
            </a:extLst>
          </p:cNvPr>
          <p:cNvSpPr txBox="1"/>
          <p:nvPr/>
        </p:nvSpPr>
        <p:spPr>
          <a:xfrm>
            <a:off x="2166673" y="440783"/>
            <a:ext cx="8740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73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North Fork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A29EB-B58C-E7E8-3187-E239E4C05919}"/>
              </a:ext>
            </a:extLst>
          </p:cNvPr>
          <p:cNvSpPr txBox="1"/>
          <p:nvPr/>
        </p:nvSpPr>
        <p:spPr>
          <a:xfrm>
            <a:off x="980217" y="372182"/>
            <a:ext cx="106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73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Kings Creek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14B0DE-35AC-5206-0495-333F1CBFB2E8}"/>
              </a:ext>
            </a:extLst>
          </p:cNvPr>
          <p:cNvSpPr txBox="1"/>
          <p:nvPr/>
        </p:nvSpPr>
        <p:spPr>
          <a:xfrm>
            <a:off x="2166673" y="1119899"/>
            <a:ext cx="902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73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 Fork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2869C5-8443-6566-A29C-DDFF57CA2C2B}"/>
              </a:ext>
            </a:extLst>
          </p:cNvPr>
          <p:cNvCxnSpPr>
            <a:cxnSpLocks/>
          </p:cNvCxnSpPr>
          <p:nvPr/>
        </p:nvCxnSpPr>
        <p:spPr>
          <a:xfrm flipH="1">
            <a:off x="2341687" y="1314708"/>
            <a:ext cx="84462" cy="314469"/>
          </a:xfrm>
          <a:prstGeom prst="straightConnector1">
            <a:avLst/>
          </a:prstGeom>
          <a:ln>
            <a:solidFill>
              <a:srgbClr val="3737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D0A510-0193-F6AD-056E-D0365CB9C369}"/>
              </a:ext>
            </a:extLst>
          </p:cNvPr>
          <p:cNvCxnSpPr>
            <a:cxnSpLocks/>
          </p:cNvCxnSpPr>
          <p:nvPr/>
        </p:nvCxnSpPr>
        <p:spPr>
          <a:xfrm>
            <a:off x="2426149" y="641234"/>
            <a:ext cx="111403" cy="234383"/>
          </a:xfrm>
          <a:prstGeom prst="straightConnector1">
            <a:avLst/>
          </a:prstGeom>
          <a:ln>
            <a:solidFill>
              <a:srgbClr val="3737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1BCCC4-2D9F-F4A5-6B4B-33152097A401}"/>
              </a:ext>
            </a:extLst>
          </p:cNvPr>
          <p:cNvCxnSpPr>
            <a:cxnSpLocks/>
          </p:cNvCxnSpPr>
          <p:nvPr/>
        </p:nvCxnSpPr>
        <p:spPr>
          <a:xfrm>
            <a:off x="1439121" y="549748"/>
            <a:ext cx="111403" cy="234383"/>
          </a:xfrm>
          <a:prstGeom prst="straightConnector1">
            <a:avLst/>
          </a:prstGeom>
          <a:ln>
            <a:solidFill>
              <a:srgbClr val="3737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859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FDABD-F354-2391-7E5E-87DD1482C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1"/>
          <a:stretch>
            <a:fillRect/>
          </a:stretch>
        </p:blipFill>
        <p:spPr>
          <a:xfrm>
            <a:off x="-4" y="58538"/>
            <a:ext cx="6838950" cy="6590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48BC84-D4DF-0CEC-4937-93247E062908}"/>
              </a:ext>
            </a:extLst>
          </p:cNvPr>
          <p:cNvSpPr txBox="1"/>
          <p:nvPr/>
        </p:nvSpPr>
        <p:spPr>
          <a:xfrm>
            <a:off x="-5" y="-22693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08637-B439-3574-6D97-EC16130C4EBF}"/>
              </a:ext>
            </a:extLst>
          </p:cNvPr>
          <p:cNvSpPr txBox="1"/>
          <p:nvPr/>
        </p:nvSpPr>
        <p:spPr>
          <a:xfrm>
            <a:off x="-4" y="2011190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2E43B-02E8-12E9-74F6-7DEF01C9E925}"/>
              </a:ext>
            </a:extLst>
          </p:cNvPr>
          <p:cNvSpPr txBox="1"/>
          <p:nvPr/>
        </p:nvSpPr>
        <p:spPr>
          <a:xfrm>
            <a:off x="-6" y="4107621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</p:spTree>
    <p:extLst>
      <p:ext uri="{BB962C8B-B14F-4D97-AF65-F5344CB8AC3E}">
        <p14:creationId xmlns:p14="http://schemas.microsoft.com/office/powerpoint/2010/main" val="169294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F53216-0CA0-3FB7-6D95-B2468CC7F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38950" cy="215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7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C219F5-9DFA-041D-D9BC-1C3BC5267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38950" cy="32366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AA8B5E-CAFD-9439-E07B-C3719C7F4F94}"/>
              </a:ext>
            </a:extLst>
          </p:cNvPr>
          <p:cNvSpPr txBox="1"/>
          <p:nvPr/>
        </p:nvSpPr>
        <p:spPr>
          <a:xfrm>
            <a:off x="373712" y="1904555"/>
            <a:ext cx="6599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E731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Eiss 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B45C6-17FE-9DD9-3119-5A5640A7D5CC}"/>
              </a:ext>
            </a:extLst>
          </p:cNvPr>
          <p:cNvSpPr txBox="1"/>
          <p:nvPr/>
        </p:nvSpPr>
        <p:spPr>
          <a:xfrm>
            <a:off x="373712" y="2088761"/>
            <a:ext cx="740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E731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Morrill Ls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CC811C-499D-D8B2-6366-85F68275F410}"/>
              </a:ext>
            </a:extLst>
          </p:cNvPr>
          <p:cNvCxnSpPr/>
          <p:nvPr/>
        </p:nvCxnSpPr>
        <p:spPr>
          <a:xfrm flipH="1">
            <a:off x="829586" y="2038184"/>
            <a:ext cx="776577" cy="675861"/>
          </a:xfrm>
          <a:prstGeom prst="straightConnector1">
            <a:avLst/>
          </a:prstGeom>
          <a:ln w="12700">
            <a:solidFill>
              <a:srgbClr val="E731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FFD5A2-BE18-81F1-065F-040C6E2BEAA4}"/>
              </a:ext>
            </a:extLst>
          </p:cNvPr>
          <p:cNvSpPr txBox="1"/>
          <p:nvPr/>
        </p:nvSpPr>
        <p:spPr>
          <a:xfrm rot="19116079">
            <a:off x="871992" y="2260698"/>
            <a:ext cx="9382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E731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direction</a:t>
            </a:r>
          </a:p>
        </p:txBody>
      </p:sp>
    </p:spTree>
    <p:extLst>
      <p:ext uri="{BB962C8B-B14F-4D97-AF65-F5344CB8AC3E}">
        <p14:creationId xmlns:p14="http://schemas.microsoft.com/office/powerpoint/2010/main" val="137357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15DB6F-D83F-7E0C-3DD4-4BB4D8CE3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38950" cy="3236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C80AC1-78DB-D373-88FF-61CEB785A288}"/>
              </a:ext>
            </a:extLst>
          </p:cNvPr>
          <p:cNvSpPr txBox="1"/>
          <p:nvPr/>
        </p:nvSpPr>
        <p:spPr>
          <a:xfrm>
            <a:off x="-2" y="0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ABAD0-EC46-9288-0CAF-B53AD3E3379B}"/>
              </a:ext>
            </a:extLst>
          </p:cNvPr>
          <p:cNvSpPr txBox="1"/>
          <p:nvPr/>
        </p:nvSpPr>
        <p:spPr>
          <a:xfrm>
            <a:off x="3419474" y="0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</p:spTree>
    <p:extLst>
      <p:ext uri="{BB962C8B-B14F-4D97-AF65-F5344CB8AC3E}">
        <p14:creationId xmlns:p14="http://schemas.microsoft.com/office/powerpoint/2010/main" val="348024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CB4E-FC0D-37FF-35C8-BE53D40E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41D2F16-6EF5-5405-72F3-1167F2683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8640" y="0"/>
            <a:ext cx="6838950" cy="6838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0E8E63-4D6A-8917-FABE-65971EB13917}"/>
              </a:ext>
            </a:extLst>
          </p:cNvPr>
          <p:cNvSpPr txBox="1"/>
          <p:nvPr/>
        </p:nvSpPr>
        <p:spPr>
          <a:xfrm>
            <a:off x="0" y="2533035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EDC7E-0D0B-D9E5-D9B1-64D37C263DB5}"/>
              </a:ext>
            </a:extLst>
          </p:cNvPr>
          <p:cNvSpPr txBox="1"/>
          <p:nvPr/>
        </p:nvSpPr>
        <p:spPr>
          <a:xfrm>
            <a:off x="0" y="225646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B7907-85F5-FA50-076D-FA80E736B950}"/>
              </a:ext>
            </a:extLst>
          </p:cNvPr>
          <p:cNvSpPr txBox="1"/>
          <p:nvPr/>
        </p:nvSpPr>
        <p:spPr>
          <a:xfrm>
            <a:off x="0" y="4806471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188E8C-7E13-69E5-E51C-20457028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2" t="3300" r="66923" b="90873"/>
          <a:stretch>
            <a:fillRect/>
          </a:stretch>
        </p:blipFill>
        <p:spPr>
          <a:xfrm>
            <a:off x="5597358" y="1176793"/>
            <a:ext cx="1211709" cy="4583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BCC282-A66E-54FE-6832-B0E72E495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1" t="37039" r="66574" b="57272"/>
          <a:stretch>
            <a:fillRect/>
          </a:stretch>
        </p:blipFill>
        <p:spPr>
          <a:xfrm>
            <a:off x="5597358" y="3460683"/>
            <a:ext cx="1211709" cy="4474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6106A2-801A-8DFD-F60A-5DD6D850B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7" t="70281" r="66748" b="24030"/>
          <a:stretch>
            <a:fillRect/>
          </a:stretch>
        </p:blipFill>
        <p:spPr>
          <a:xfrm>
            <a:off x="5675221" y="5733718"/>
            <a:ext cx="1115747" cy="44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8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8BB11-8E7F-990D-CEC3-C28EC827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D9117F1-2E9C-7BFC-879B-B3CA2D6AD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4"/>
          <a:stretch>
            <a:fillRect/>
          </a:stretch>
        </p:blipFill>
        <p:spPr>
          <a:xfrm>
            <a:off x="0" y="0"/>
            <a:ext cx="6838950" cy="62020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9FA6F5-79F5-EE90-4238-34628D85BF11}"/>
              </a:ext>
            </a:extLst>
          </p:cNvPr>
          <p:cNvSpPr txBox="1"/>
          <p:nvPr/>
        </p:nvSpPr>
        <p:spPr>
          <a:xfrm>
            <a:off x="-31805" y="234040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49D88-5BB5-E61B-AA5F-5E317CC35070}"/>
              </a:ext>
            </a:extLst>
          </p:cNvPr>
          <p:cNvSpPr txBox="1"/>
          <p:nvPr/>
        </p:nvSpPr>
        <p:spPr>
          <a:xfrm>
            <a:off x="-31806" y="2144405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AE242-58D3-B552-68B6-81AB2107F120}"/>
              </a:ext>
            </a:extLst>
          </p:cNvPr>
          <p:cNvSpPr txBox="1"/>
          <p:nvPr/>
        </p:nvSpPr>
        <p:spPr>
          <a:xfrm>
            <a:off x="-31805" y="3993295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6499A6-1FEC-4BB6-77D7-4CEE2B73C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04" t="94532" r="26379"/>
          <a:stretch>
            <a:fillRect/>
          </a:stretch>
        </p:blipFill>
        <p:spPr>
          <a:xfrm>
            <a:off x="2075924" y="6241773"/>
            <a:ext cx="2687102" cy="36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38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900D71-2831-E012-CA14-408FE0331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9360" cy="32369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B044C9-029B-02CF-6F05-16A8F2AE7385}"/>
              </a:ext>
            </a:extLst>
          </p:cNvPr>
          <p:cNvSpPr txBox="1"/>
          <p:nvPr/>
        </p:nvSpPr>
        <p:spPr>
          <a:xfrm>
            <a:off x="489006" y="814043"/>
            <a:ext cx="7593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619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sinusoidal model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880F1D-DED8-6FD6-947C-641B3CE60695}"/>
              </a:ext>
            </a:extLst>
          </p:cNvPr>
          <p:cNvSpPr txBox="1"/>
          <p:nvPr/>
        </p:nvSpPr>
        <p:spPr>
          <a:xfrm>
            <a:off x="1011141" y="1618491"/>
            <a:ext cx="8653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2015-2022 sinusoidal model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A464BB-FEC2-1780-9F69-AE6816A05897}"/>
              </a:ext>
            </a:extLst>
          </p:cNvPr>
          <p:cNvSpPr txBox="1"/>
          <p:nvPr/>
        </p:nvSpPr>
        <p:spPr>
          <a:xfrm>
            <a:off x="711070" y="2466581"/>
            <a:ext cx="192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3.8%  S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0.06 d mm</a:t>
            </a:r>
            <a:r>
              <a:rPr lang="en-US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  <a:p>
            <a:r>
              <a:rPr lang="en-US" sz="1000" dirty="0">
                <a:solidFill>
                  <a:srgbClr val="E619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000" baseline="-25000" dirty="0">
                <a:solidFill>
                  <a:srgbClr val="E619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000" dirty="0">
                <a:solidFill>
                  <a:srgbClr val="E619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9.8%  S</a:t>
            </a:r>
            <a:r>
              <a:rPr lang="en-US" sz="1000" baseline="-25000" dirty="0">
                <a:solidFill>
                  <a:srgbClr val="E619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000" dirty="0">
                <a:solidFill>
                  <a:srgbClr val="E619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0.08 d mm</a:t>
            </a:r>
            <a:r>
              <a:rPr lang="en-US" sz="1000" baseline="30000" dirty="0">
                <a:solidFill>
                  <a:srgbClr val="E619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1000" dirty="0">
                <a:solidFill>
                  <a:srgbClr val="E619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84E6BE-F9EC-7912-B2B4-EBFB974CD311}"/>
              </a:ext>
            </a:extLst>
          </p:cNvPr>
          <p:cNvSpPr txBox="1"/>
          <p:nvPr/>
        </p:nvSpPr>
        <p:spPr>
          <a:xfrm>
            <a:off x="1986347" y="501848"/>
            <a:ext cx="197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Time-weighted F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yw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3.8% ±1.7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Flow-weighted F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yw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14.5% ± 4.3 </a:t>
            </a:r>
          </a:p>
        </p:txBody>
      </p:sp>
    </p:spTree>
    <p:extLst>
      <p:ext uri="{BB962C8B-B14F-4D97-AF65-F5344CB8AC3E}">
        <p14:creationId xmlns:p14="http://schemas.microsoft.com/office/powerpoint/2010/main" val="2244524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42AF-5F36-F2D8-9DC4-F78297AE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A06D13-2850-7E98-2B86-545E27C14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38950" cy="2928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C0D3FF-25E9-A853-A971-128D78136346}"/>
              </a:ext>
            </a:extLst>
          </p:cNvPr>
          <p:cNvSpPr txBox="1"/>
          <p:nvPr/>
        </p:nvSpPr>
        <p:spPr>
          <a:xfrm>
            <a:off x="145537" y="0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A30CB-C088-9EDC-90A9-7EEC2CC4FB6D}"/>
              </a:ext>
            </a:extLst>
          </p:cNvPr>
          <p:cNvSpPr txBox="1"/>
          <p:nvPr/>
        </p:nvSpPr>
        <p:spPr>
          <a:xfrm>
            <a:off x="2418420" y="3452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0E4B4-EB6C-5696-968B-9F34ABD412DB}"/>
              </a:ext>
            </a:extLst>
          </p:cNvPr>
          <p:cNvSpPr txBox="1"/>
          <p:nvPr/>
        </p:nvSpPr>
        <p:spPr>
          <a:xfrm>
            <a:off x="4691303" y="0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</p:spTree>
    <p:extLst>
      <p:ext uri="{BB962C8B-B14F-4D97-AF65-F5344CB8AC3E}">
        <p14:creationId xmlns:p14="http://schemas.microsoft.com/office/powerpoint/2010/main" val="4131742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5788B1-03F7-3BD0-D6AF-E3AC8C8B3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"/>
          <a:stretch>
            <a:fillRect/>
          </a:stretch>
        </p:blipFill>
        <p:spPr>
          <a:xfrm>
            <a:off x="22720" y="0"/>
            <a:ext cx="6793509" cy="222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28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132007-766B-3D16-E06A-296CEFDE6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00"/>
          <a:stretch>
            <a:fillRect/>
          </a:stretch>
        </p:blipFill>
        <p:spPr>
          <a:xfrm>
            <a:off x="0" y="96864"/>
            <a:ext cx="6838950" cy="2948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FD1018-DC39-8F2D-E228-00B1CC669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7" t="90636" r="22780" b="1703"/>
          <a:stretch>
            <a:fillRect/>
          </a:stretch>
        </p:blipFill>
        <p:spPr>
          <a:xfrm>
            <a:off x="4033432" y="2045777"/>
            <a:ext cx="1177871" cy="2479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846392-0A23-283D-1776-9FFCB18ED054}"/>
              </a:ext>
            </a:extLst>
          </p:cNvPr>
          <p:cNvSpPr txBox="1"/>
          <p:nvPr/>
        </p:nvSpPr>
        <p:spPr>
          <a:xfrm>
            <a:off x="64170" y="0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E6C90-F928-CAAB-B51B-F12A75F610DD}"/>
              </a:ext>
            </a:extLst>
          </p:cNvPr>
          <p:cNvSpPr txBox="1"/>
          <p:nvPr/>
        </p:nvSpPr>
        <p:spPr>
          <a:xfrm>
            <a:off x="3090659" y="0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</p:spTree>
    <p:extLst>
      <p:ext uri="{BB962C8B-B14F-4D97-AF65-F5344CB8AC3E}">
        <p14:creationId xmlns:p14="http://schemas.microsoft.com/office/powerpoint/2010/main" val="661348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F0A59-546B-0261-52BD-F8BC3B814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36983" cy="323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29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286599-EE85-85A8-7F4F-D3ACCEC0C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38950" cy="323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21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6A8F71-28D6-32BE-F775-11582E9ED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38950" cy="323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74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0BE703-08DF-DAE0-B07B-33C18F27E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5" r="9122"/>
          <a:stretch>
            <a:fillRect/>
          </a:stretch>
        </p:blipFill>
        <p:spPr>
          <a:xfrm>
            <a:off x="42862" y="0"/>
            <a:ext cx="5491162" cy="6838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FD8C0A-D00D-6D57-DDC5-98FD1F872B31}"/>
              </a:ext>
            </a:extLst>
          </p:cNvPr>
          <p:cNvSpPr txBox="1"/>
          <p:nvPr/>
        </p:nvSpPr>
        <p:spPr>
          <a:xfrm>
            <a:off x="0" y="2533035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A0747-F42E-21F3-30C1-B75E80175FB8}"/>
              </a:ext>
            </a:extLst>
          </p:cNvPr>
          <p:cNvSpPr txBox="1"/>
          <p:nvPr/>
        </p:nvSpPr>
        <p:spPr>
          <a:xfrm>
            <a:off x="0" y="225646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D30BEA-6302-78E8-3F7A-D0D8AF722CEF}"/>
              </a:ext>
            </a:extLst>
          </p:cNvPr>
          <p:cNvSpPr txBox="1"/>
          <p:nvPr/>
        </p:nvSpPr>
        <p:spPr>
          <a:xfrm>
            <a:off x="0" y="4806471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35A422-52D3-3290-410A-349D233E1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2" t="3325" r="66876" b="90616"/>
          <a:stretch>
            <a:fillRect/>
          </a:stretch>
        </p:blipFill>
        <p:spPr>
          <a:xfrm>
            <a:off x="5534024" y="1213244"/>
            <a:ext cx="1014414" cy="414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F2FE5-4BE2-4663-FDAC-BFCA26A03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1" t="36908" r="65484" b="57034"/>
          <a:stretch>
            <a:fillRect/>
          </a:stretch>
        </p:blipFill>
        <p:spPr>
          <a:xfrm>
            <a:off x="5534024" y="3509366"/>
            <a:ext cx="1082976" cy="414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EFE696-4D1F-0162-00E0-62B31AC54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94" t="70475" r="65971" b="24164"/>
          <a:stretch>
            <a:fillRect/>
          </a:stretch>
        </p:blipFill>
        <p:spPr>
          <a:xfrm>
            <a:off x="5499743" y="5791200"/>
            <a:ext cx="1082976" cy="36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69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6B6C038-6B8D-9EA0-3657-27D33BB1A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37"/>
          <a:stretch>
            <a:fillRect/>
          </a:stretch>
        </p:blipFill>
        <p:spPr>
          <a:xfrm>
            <a:off x="0" y="0"/>
            <a:ext cx="6634716" cy="60417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0271FE-98C7-0247-10C2-B4E7842C42ED}"/>
              </a:ext>
            </a:extLst>
          </p:cNvPr>
          <p:cNvSpPr txBox="1"/>
          <p:nvPr/>
        </p:nvSpPr>
        <p:spPr>
          <a:xfrm>
            <a:off x="0" y="218137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5B8DD-F92E-EDB5-8C77-D5E1E428DD1B}"/>
              </a:ext>
            </a:extLst>
          </p:cNvPr>
          <p:cNvSpPr txBox="1"/>
          <p:nvPr/>
        </p:nvSpPr>
        <p:spPr>
          <a:xfrm>
            <a:off x="-1" y="2128502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1AD5F-B406-229F-D0E4-491648C8A11C}"/>
              </a:ext>
            </a:extLst>
          </p:cNvPr>
          <p:cNvSpPr txBox="1"/>
          <p:nvPr/>
        </p:nvSpPr>
        <p:spPr>
          <a:xfrm>
            <a:off x="0" y="3977392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24E3BE-26C0-011A-A702-62E14EEF2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04" t="94532" r="26379"/>
          <a:stretch>
            <a:fillRect/>
          </a:stretch>
        </p:blipFill>
        <p:spPr>
          <a:xfrm>
            <a:off x="2075924" y="5982869"/>
            <a:ext cx="2687102" cy="36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59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48A076-4BE3-6599-6286-246EC008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38950" cy="2928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9849C4-BEA2-737E-32A6-3C447E92949F}"/>
              </a:ext>
            </a:extLst>
          </p:cNvPr>
          <p:cNvSpPr txBox="1"/>
          <p:nvPr/>
        </p:nvSpPr>
        <p:spPr>
          <a:xfrm>
            <a:off x="232475" y="218137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AB47E-3429-FFEC-B745-E29C03B0EB43}"/>
              </a:ext>
            </a:extLst>
          </p:cNvPr>
          <p:cNvSpPr txBox="1"/>
          <p:nvPr/>
        </p:nvSpPr>
        <p:spPr>
          <a:xfrm>
            <a:off x="2442274" y="218137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7741D-01F6-E451-9F29-79DDDF24048F}"/>
              </a:ext>
            </a:extLst>
          </p:cNvPr>
          <p:cNvSpPr txBox="1"/>
          <p:nvPr/>
        </p:nvSpPr>
        <p:spPr>
          <a:xfrm>
            <a:off x="4723109" y="218137"/>
            <a:ext cx="366713" cy="28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</p:spTree>
    <p:extLst>
      <p:ext uri="{BB962C8B-B14F-4D97-AF65-F5344CB8AC3E}">
        <p14:creationId xmlns:p14="http://schemas.microsoft.com/office/powerpoint/2010/main" val="153233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5724</TotalTime>
  <Words>77</Words>
  <Application>Microsoft Office PowerPoint</Application>
  <PresentationFormat>Custom</PresentationFormat>
  <Paragraphs>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Swenson, Logan Jay</dc:creator>
  <cp:lastModifiedBy>Swenson, Logan Jay</cp:lastModifiedBy>
  <cp:revision>53</cp:revision>
  <dcterms:created xsi:type="dcterms:W3CDTF">2026-01-28T18:39:02Z</dcterms:created>
  <dcterms:modified xsi:type="dcterms:W3CDTF">2026-03-12T23:22:35Z</dcterms:modified>
</cp:coreProperties>
</file>